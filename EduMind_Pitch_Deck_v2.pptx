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EduMind: AI-Powered Personalized Learning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Project Pitch Deck</a:t>
            </a:r>
          </a:p>
          <a:p>
            <a:r>
              <a:t>AI for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One-size-fits-all learning</a:t>
            </a:r>
          </a:p>
          <a:p>
            <a:r>
              <a:t>• Low engagement</a:t>
            </a:r>
          </a:p>
          <a:p>
            <a:r>
              <a:t>• Hard to track student progress</a:t>
            </a:r>
          </a:p>
          <a:p>
            <a:r>
              <a:t>• No personalization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EduMind: Adaptive AI platform that personalizes learning paths,</a:t>
            </a:r>
          </a:p>
          <a:p>
            <a:r>
              <a:t>generates quizzes, predicts risk, and tutors using NLP.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AI-generated quizzes</a:t>
            </a:r>
          </a:p>
          <a:p>
            <a:r>
              <a:t>• Personalized learning paths</a:t>
            </a:r>
          </a:p>
          <a:p>
            <a:r>
              <a:t>• Student risk prediction</a:t>
            </a:r>
          </a:p>
          <a:p>
            <a:r>
              <a:t>• NLP Chat Tutor</a:t>
            </a:r>
          </a:p>
          <a:p>
            <a:r>
              <a:t>• Instructor analytics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Backend API → AI Models → Database → Admin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NLP Model (Chat, explanations)</a:t>
            </a:r>
          </a:p>
          <a:p>
            <a:r>
              <a:t>• Recommendation Model</a:t>
            </a:r>
          </a:p>
          <a:p>
            <a:r>
              <a:t>• Risk Prediction Model</a:t>
            </a:r>
          </a:p>
          <a:p>
            <a:r>
              <a:t>• Quiz Generation 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React/Flutter</a:t>
            </a:r>
          </a:p>
          <a:p>
            <a:r>
              <a:t>Backend: FastAPI</a:t>
            </a:r>
          </a:p>
          <a:p>
            <a:r>
              <a:t>AI: PyTorch/Sklearn/OpenAI API</a:t>
            </a:r>
          </a:p>
          <a:p>
            <a:r>
              <a:t>DB: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get personalized content</a:t>
            </a:r>
          </a:p>
          <a:p>
            <a:r>
              <a:t>• Teachers get analytics</a:t>
            </a:r>
          </a:p>
          <a:p>
            <a:r>
              <a:t>• Admins manage curriculum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teaching time</a:t>
            </a:r>
          </a:p>
          <a:p>
            <a:r>
              <a:t>• Improves student outcomes</a:t>
            </a:r>
          </a:p>
          <a:p>
            <a:r>
              <a:t>• Scalable for schools/universities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→ takes quiz → AI analyzes → updates profile → recommends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